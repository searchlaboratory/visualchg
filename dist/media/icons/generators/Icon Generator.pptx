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854"/>
    <p:restoredTop sz="94643"/>
  </p:normalViewPr>
  <p:slideViewPr>
    <p:cSldViewPr snapToGrid="0">
      <p:cViewPr>
        <p:scale>
          <a:sx n="163" d="100"/>
          <a:sy n="163" d="100"/>
        </p:scale>
        <p:origin x="-1144" y="-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B73C6-4F45-5568-80F0-348FA4A14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68891-173B-0087-35BF-C71FEA62C2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57480-7154-3AB6-CDBD-E391BF376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9F128E-A948-F9D4-C195-EA78FB2A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3C161-1ABE-39CB-24B4-5A992CC3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76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1F9F2-1A21-CAE2-C234-768B394A5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B4C280-3AC2-75E5-37C3-4E5DD4409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BC4D0-2EB3-5A27-CD00-492BD70D4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50000-F001-8A9A-FF3C-B9F253B45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845E6-B2EB-C555-496A-0377D21E8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757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B478E-CB7C-1E1F-38BB-88E38F7E4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06161-39FB-EA2D-7CBE-AB4CF7737B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CB43A-ADBA-AF69-61B1-69B93F18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1A7B3D-7121-DE29-160A-3C3D030C6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C9BBF-E150-5A17-82C1-962B79A79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242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BDE0C-0C9E-28FD-1ECB-7391DC70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BFA08-AB43-D6FD-F355-83A1B2B74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AA3C90-D6AB-D032-B92C-866AA0814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9E8DDA-46B4-51F9-F6E9-6603BADA4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B82BAA-E81C-F45C-84A9-1AEA3996F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38E08-C40C-20C6-6248-A4B8C79DE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14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DAF2D6-3982-D45F-6E9F-D723977BA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CFF5FF-40F7-4D39-4C65-A5CE93616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E2385E-9B0A-8C60-DDED-0A1189769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58F46-CB66-3730-8F45-0F4FFAB04F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9C5E92-1EA4-4DF8-6F81-B4A6136A8F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25926C-2CB0-66D3-7EAF-0461BFD4C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796A85-F332-2A8F-A0E6-7C02F328D2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0BE76E-A839-BC2A-0159-4FF49F1ED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8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CA2D-29E1-EB3E-7A6B-4D9AF3BF2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00C8BA-ED61-7FC8-9959-5AF8D953F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E0F4B8-9CBC-0500-E037-16A608B49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0E2FCB-B631-F3C4-305B-2E3F81F36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60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FEBDA3-E414-FE0A-DBA4-CB57565E4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483E2-CB34-D83A-8801-42EF5E9A8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8D31F-0B92-4187-A9BE-B99D5E8D2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2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73697-986F-A1DB-BAD6-FB0C0E99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04492-D522-D653-7984-C8624A1428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04DF47-E10A-8375-31B1-EF27D556C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A4D70-6A36-54F0-851C-31A5814D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5626A9-073B-840E-C802-BA03F5C3F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1C8AB-05B0-A7BD-81CA-C82D92A87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96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65832-2F53-5427-CD41-3F65FCD20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E93A5-D34A-90B0-0D84-5DF5E950E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618B60-8B1B-7A9B-8D94-A90121D8E6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40165-2655-8838-61E4-4343BAE23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76280D-A191-BA73-6B3B-0EA647B61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836C-EDF3-27C3-C551-1CC64721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16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DB322-EFD4-649E-1653-D4797A91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616FF-B3A5-C55D-DDC4-2D3A3DF604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335F27-3052-90AB-3C7A-BA011F85C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5D97A-9E5D-61F5-6BA1-01E65AC7E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3C7D8-FEF0-2864-70E9-2B5ECE44C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48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9726A1-35D5-E6F5-D94A-538A77BDED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29712-1FFD-D6FD-7A8F-CD879FA41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78B9F-74D4-3E77-57D1-4F66D549E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93F4A-D72D-67CA-71CE-97E5F2D50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35357-2C15-0291-BFCC-DF9EE7C7C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0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929CC9-D10F-993B-6B1D-3F29E34F6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29346-4CEB-67BE-0909-243B6B843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635A18-B84D-091E-3E3A-1E1F0A7BAA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09A56-885A-2045-A322-1C976BB76B8B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224D8-9C5F-12B9-EF03-53BF961EB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6ED0B-BFF4-0120-BBC8-58DE615740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ADB45B-D71E-8642-9E49-0CB65B77F2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5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57500BD6-991F-6D3A-6625-F7FB8EEE1885}"/>
              </a:ext>
            </a:extLst>
          </p:cNvPr>
          <p:cNvSpPr/>
          <p:nvPr/>
        </p:nvSpPr>
        <p:spPr>
          <a:xfrm rot="18918367">
            <a:off x="2558023" y="2155420"/>
            <a:ext cx="2561375" cy="1830981"/>
          </a:xfrm>
          <a:custGeom>
            <a:avLst/>
            <a:gdLst>
              <a:gd name="csX0" fmla="*/ 2561375 w 2561375"/>
              <a:gd name="csY0" fmla="*/ 915491 h 1830981"/>
              <a:gd name="csX1" fmla="*/ 1242153 w 2561375"/>
              <a:gd name="csY1" fmla="*/ 1830981 h 1830981"/>
              <a:gd name="csX2" fmla="*/ 1242153 w 2561375"/>
              <a:gd name="csY2" fmla="*/ 1373236 h 1830981"/>
              <a:gd name="csX3" fmla="*/ 8987 w 2561375"/>
              <a:gd name="csY3" fmla="*/ 1373236 h 1830981"/>
              <a:gd name="csX4" fmla="*/ 26124 w 2561375"/>
              <a:gd name="csY4" fmla="*/ 1335791 h 1830981"/>
              <a:gd name="csX5" fmla="*/ 21678 w 2561375"/>
              <a:gd name="csY5" fmla="*/ 503807 h 1830981"/>
              <a:gd name="csX6" fmla="*/ 0 w 2561375"/>
              <a:gd name="csY6" fmla="*/ 457745 h 1830981"/>
              <a:gd name="csX7" fmla="*/ 1242153 w 2561375"/>
              <a:gd name="csY7" fmla="*/ 457745 h 1830981"/>
              <a:gd name="csX8" fmla="*/ 1242153 w 2561375"/>
              <a:gd name="csY8" fmla="*/ 0 h 18309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1375" h="1830981">
                <a:moveTo>
                  <a:pt x="2561375" y="915491"/>
                </a:moveTo>
                <a:lnTo>
                  <a:pt x="1242153" y="1830981"/>
                </a:lnTo>
                <a:lnTo>
                  <a:pt x="1242153" y="1373236"/>
                </a:lnTo>
                <a:lnTo>
                  <a:pt x="8987" y="1373236"/>
                </a:lnTo>
                <a:lnTo>
                  <a:pt x="26124" y="1335791"/>
                </a:lnTo>
                <a:cubicBezTo>
                  <a:pt x="132630" y="1069063"/>
                  <a:pt x="131029" y="769382"/>
                  <a:pt x="21678" y="503807"/>
                </a:cubicBezTo>
                <a:lnTo>
                  <a:pt x="0" y="457745"/>
                </a:lnTo>
                <a:lnTo>
                  <a:pt x="1242153" y="457745"/>
                </a:lnTo>
                <a:lnTo>
                  <a:pt x="124215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804FCA7-5D74-1484-33AF-19A377A4A141}"/>
              </a:ext>
            </a:extLst>
          </p:cNvPr>
          <p:cNvSpPr/>
          <p:nvPr/>
        </p:nvSpPr>
        <p:spPr>
          <a:xfrm>
            <a:off x="1392141" y="3850639"/>
            <a:ext cx="1663438" cy="1663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B66DBD1D-91D6-08C8-C59A-64E28F0124AC}"/>
              </a:ext>
            </a:extLst>
          </p:cNvPr>
          <p:cNvSpPr/>
          <p:nvPr/>
        </p:nvSpPr>
        <p:spPr>
          <a:xfrm rot="2705860">
            <a:off x="5465506" y="2213498"/>
            <a:ext cx="2561375" cy="1830981"/>
          </a:xfrm>
          <a:custGeom>
            <a:avLst/>
            <a:gdLst>
              <a:gd name="csX0" fmla="*/ 2561375 w 2561375"/>
              <a:gd name="csY0" fmla="*/ 915491 h 1830981"/>
              <a:gd name="csX1" fmla="*/ 1242153 w 2561375"/>
              <a:gd name="csY1" fmla="*/ 1830981 h 1830981"/>
              <a:gd name="csX2" fmla="*/ 1242153 w 2561375"/>
              <a:gd name="csY2" fmla="*/ 1373236 h 1830981"/>
              <a:gd name="csX3" fmla="*/ 8987 w 2561375"/>
              <a:gd name="csY3" fmla="*/ 1373236 h 1830981"/>
              <a:gd name="csX4" fmla="*/ 26124 w 2561375"/>
              <a:gd name="csY4" fmla="*/ 1335791 h 1830981"/>
              <a:gd name="csX5" fmla="*/ 21678 w 2561375"/>
              <a:gd name="csY5" fmla="*/ 503807 h 1830981"/>
              <a:gd name="csX6" fmla="*/ 0 w 2561375"/>
              <a:gd name="csY6" fmla="*/ 457745 h 1830981"/>
              <a:gd name="csX7" fmla="*/ 1242153 w 2561375"/>
              <a:gd name="csY7" fmla="*/ 457745 h 1830981"/>
              <a:gd name="csX8" fmla="*/ 1242153 w 2561375"/>
              <a:gd name="csY8" fmla="*/ 0 h 183098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61375" h="1830981">
                <a:moveTo>
                  <a:pt x="2561375" y="915491"/>
                </a:moveTo>
                <a:lnTo>
                  <a:pt x="1242153" y="1830981"/>
                </a:lnTo>
                <a:lnTo>
                  <a:pt x="1242153" y="1373236"/>
                </a:lnTo>
                <a:lnTo>
                  <a:pt x="8987" y="1373236"/>
                </a:lnTo>
                <a:lnTo>
                  <a:pt x="26124" y="1335791"/>
                </a:lnTo>
                <a:cubicBezTo>
                  <a:pt x="132630" y="1069063"/>
                  <a:pt x="131029" y="769382"/>
                  <a:pt x="21678" y="503807"/>
                </a:cubicBezTo>
                <a:lnTo>
                  <a:pt x="0" y="457745"/>
                </a:lnTo>
                <a:lnTo>
                  <a:pt x="1242153" y="457745"/>
                </a:lnTo>
                <a:lnTo>
                  <a:pt x="1242153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4A9B39E-9FC4-E697-742B-69F23B933A25}"/>
              </a:ext>
            </a:extLst>
          </p:cNvPr>
          <p:cNvSpPr/>
          <p:nvPr/>
        </p:nvSpPr>
        <p:spPr>
          <a:xfrm>
            <a:off x="7531126" y="3850639"/>
            <a:ext cx="1663438" cy="166343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628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H Morris</dc:creator>
  <cp:lastModifiedBy>John H Morris</cp:lastModifiedBy>
  <cp:revision>1</cp:revision>
  <dcterms:created xsi:type="dcterms:W3CDTF">2026-07-01T20:55:53Z</dcterms:created>
  <dcterms:modified xsi:type="dcterms:W3CDTF">2026-07-01T21:04:46Z</dcterms:modified>
</cp:coreProperties>
</file>